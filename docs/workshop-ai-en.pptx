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Building AI Agents with Local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</a:rPr>
              <a:t>Spring Boot, Angular, MCP &amp; LM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333333"/>
                </a:solidFill>
              </a:rPr>
              <a:t>(Your name — date)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Why local AI (15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What is MCP (15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Architecture walkthrough (20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Live demo: CRUD + natural language (30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LM Studio performance tuning (15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Security discussion (10 min)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Recommendations &amp; Q&amp;A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Why Local AI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 data leaves your infrastructure — full confidentiality for sensitive business data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 per-token API costs — predictable, one-time hardware investment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 network latency — the model runs on the same machine as your app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Full control over model versions and behavior — no silent vendor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What is MCP (Model Context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An open standard for connecting AI models to real tools and data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Instead of just generating text, the model can call functions your application exposes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The application defines the tools (name, description, parameters); the model decides when to call them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Same protocol works with local models (LM Studio) and cloud models (Claude, GPT)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How the Pieces Fit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108960"/>
            <a:ext cx="2560320" cy="9144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Angular 21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(browser)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108960"/>
            <a:ext cx="2560320" cy="9144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Spring Boot 4.1.1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3108960"/>
            <a:ext cx="2560320" cy="914400"/>
          </a:xfrm>
          <a:prstGeom prst="round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LM Studio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(Qwen, local)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3566160"/>
            <a:ext cx="17373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6517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REST + JWT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406640" y="3566160"/>
            <a:ext cx="17373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640" y="26517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</a:rPr>
              <a:t>MCP (Streamable HTTP)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Backend: Spring Boot 4.1.1, Spring AI 2.0.1, Spring Security, H2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Frontend: Angular 21, standalone components, signals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AI runtime: LM Studio, Qwen2.5-7B-Instruct or Qwen3-8B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The same business logic (EmployeeService) is called through both REST and MCP — no duplicated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First: normal CRUD in the Angular app — login, create, edit, delete an employee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Then: the same operations, driven entirely by natural-language prompts in LM Studio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Watch the Angular UI update live as the model calls the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Example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"Add an employee Maria Ionescu, email maria.ionescu@example.com, department Marketing, salary 6000" (hire date is optional — defaults to today)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"Which employees earn more than 5000?"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"Delete the employee with id 3"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LM Studio Performance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Quantization: Q4_K_M is the recommended default — best balance of quality and speed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GPU offload: around 80% of layers is usually the performance/cost sweet spot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Context length vs. VRAM: the KV cache grows linearly with context length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Flash Attention: can cut KV cache memory by up to 75%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KV-cache quantization: further reduces memory at a small quality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A Deliberate Trade-off — Worth Discussing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8144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E86AB"/>
                </a:solidFill>
              </a:rPr>
              <a:t>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JWT required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ADMIN can write, USER read-only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Enforced by Spring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463040"/>
            <a:ext cx="518144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2E86AB"/>
                </a:solidFill>
              </a:rPr>
              <a:t>MCP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10312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No authentication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Bound to localhost only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333333"/>
                </a:solidFill>
              </a:rPr>
              <a:t>•  Deliberate simplification for this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Good fit: internal tools, data-sensitive workflows, agentic automation over your own APIs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Good fit: prototyping tool-calling behavior before committing to a cloud model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Not a fit: consumer-facing products needing frontier-model reasoning quality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Not a fit: workloads needing elastic scale beyond your own hardware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Spring AI MCP docs: https://docs.spring.io/spring-ai/reference/api/mcp/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LM Studio: https://lmstudio.ai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Angular: https://angular.dev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•  This demo's source code: (add your repository link 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