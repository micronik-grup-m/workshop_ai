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Construire des agents IA avec des modèles locaux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333333"/>
                </a:solidFill>
              </a:rPr>
              <a:t>Spring Boot, Angular, MCP et LM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333333"/>
                </a:solidFill>
              </a:rPr>
              <a:t>(Votre nom — date)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Ordre du jour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Pourquoi l'IA locale (15 min)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Qu'est-ce que MCP (15 min)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Présentation de l'architecture (20 min)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Démo live : CRUD + langage naturel (30 min)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Optimisation des performances LM Studio (15 min)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Discussion sécurité (10 min)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Recommandations et questions (15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Pourquoi l'IA locale compte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Aucune donnée ne quitte votre infrastructure — confidentialité totale pour les données sensibles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Aucun coût par jeton — investissement matériel unique et prévisible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Aucune latence réseau — le modèle tourne sur la même machine que l'application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Contrôle total sur les versions du modèle — pas de mise à jour silencieuse côté fournisseur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Qu'est-ce que MCP (Model Context Protocol)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Un standard ouvert pour connecter des modèles IA à des outils et données réels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Au lieu de simplement générer du texte, le modèle peut appeler des fonctions exposées par l'application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L'application définit les outils (nom, description, paramètres) ; le modèle décide quand les appeler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Le même protocole fonctionne avec des modèles locaux (LM Studio) et des modèles cloud (Claude, GPT)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Comment les pièces s'assemblent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108960"/>
            <a:ext cx="2560320" cy="914400"/>
          </a:xfrm>
          <a:prstGeom prst="round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Angular 21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(navigateur)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3108960"/>
            <a:ext cx="2560320" cy="914400"/>
          </a:xfrm>
          <a:prstGeom prst="round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Spring Boot 4.1.1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3108960"/>
            <a:ext cx="2560320" cy="914400"/>
          </a:xfrm>
          <a:prstGeom prst="round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LM Studio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(Qwen, local)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08960" y="3566160"/>
            <a:ext cx="173736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08960" y="26517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</a:rPr>
              <a:t>REST + JWT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406640" y="3566160"/>
            <a:ext cx="173736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06640" y="26517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</a:rPr>
              <a:t>MCP (Streamable HTTP)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Stack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Backend : Spring Boot 4.1.1, Spring AI 2.0.1, Spring Security, H2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Frontend : Angular 21, composants standalone, signals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Exécution IA : LM Studio, Qwen2.5-7B-Instruct ou Qwen3-8B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La même logique métier (EmployeeService) est appelée via REST et via MCP — aucun code dupliqué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Démo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D'abord : CRUD classique dans l'application Angular — connexion, création, modification, suppression d'un employé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Ensuite : les mêmes opérations, pilotées entièrement par des prompts en langage naturel dans LM Studio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Observez l'interface Angular se mettre à jour en direct pendant que le modèle appelle les outils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Exemples de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« Ajoute un employé Maria Ionescu, email maria.ionescu@example.com, département Marketing, salaire 6000 » (la date d'embauche est optionnelle — par défaut la date du jour)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« Quels employés gagnent plus de 5000 ? »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« Supprime l'employé avec l'id 3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Optimisation des performances LM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Quantification : Q4_K_M est la valeur par défaut recommandée — meilleur équilibre qualité/vitesse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Déchargement GPU : environ 80 % des couches sont généralement le point d'équilibre performance/coût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Longueur de contexte et VRAM : le cache KV croît linéairement avec la longueur de contexte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Flash Attention : peut réduire la mémoire du cache KV jusqu'à 75 %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Quantification du cache KV : réduit encore la mémoire, au prix d'une légère perte de qualité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Un compromis assumé — à discuter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8144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2E86AB"/>
                </a:solidFill>
              </a:rPr>
              <a:t>API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333333"/>
                </a:solidFill>
              </a:rPr>
              <a:t>•  JWT obligatoire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333333"/>
                </a:solidFill>
              </a:rPr>
              <a:t>•  ADMIN en écriture, USER en lecture seule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333333"/>
                </a:solidFill>
              </a:rPr>
              <a:t>•  Appliqué par Spring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8727" y="1463040"/>
            <a:ext cx="518144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2E86AB"/>
                </a:solidFill>
              </a:rPr>
              <a:t>Point d'accès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210312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333333"/>
                </a:solidFill>
              </a:rPr>
              <a:t>•  Aucune authentification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333333"/>
                </a:solidFill>
              </a:rPr>
              <a:t>•  Limité à localhost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333333"/>
                </a:solidFill>
              </a:rPr>
              <a:t>•  Simplification volontaire pour cette démo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Recommandations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Adapté : outils internes, flux de données sensibles, automatisation agentique sur vos propres API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Adapté : prototypage du comportement d'appel d'outils avant d'engager un modèle cloud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Non adapté : produits grand public nécessitant la qualité de raisonnement d'un modèle frontière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Non adapté : charges nécessitant une scalabilité élastique au-delà de votre propre matériel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Ressources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Documentation Spring AI MCP : https://docs.spring.io/spring-ai/reference/api/mcp/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LM Studio : https://lmstudio.ai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Angular : https://angular.dev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Code source de cette démo : (ajoutez ici le lien vers votre dépôt)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Merci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333333"/>
                </a:solidFill>
              </a:rP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